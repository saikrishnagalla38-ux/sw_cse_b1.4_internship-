
<file path=[Content_Types].xml><?xml version="1.0" encoding="utf-8"?>
<Types xmlns="http://schemas.openxmlformats.org/package/2006/content-types">
  <Default Extension="bin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6" r:id="rId9"/>
    <p:sldId id="28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9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557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9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7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6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215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1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2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7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4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1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1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096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9E3D27-06FD-FF00-C751-A1A156305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922" y="1878703"/>
            <a:ext cx="3988076" cy="46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91070"/>
            <a:ext cx="9144000" cy="1114632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JavaScript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D62C24-7825-607A-042C-3EE17CC5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is a function?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92D7FC-43DA-5418-9B26-D5B0B00C9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 function:</a:t>
            </a:r>
          </a:p>
          <a:p>
            <a:pPr lvl="1"/>
            <a:r>
              <a:rPr lang="en-US" dirty="0"/>
              <a:t>Takes input (parameters).</a:t>
            </a:r>
          </a:p>
          <a:p>
            <a:pPr lvl="1"/>
            <a:r>
              <a:rPr lang="en-US" dirty="0"/>
              <a:t>Performs some logic.</a:t>
            </a:r>
          </a:p>
          <a:p>
            <a:pPr lvl="1"/>
            <a:r>
              <a:rPr lang="en-US" dirty="0"/>
              <a:t>Optionally returns a result.</a:t>
            </a:r>
          </a:p>
          <a:p>
            <a:r>
              <a:rPr lang="en-US" dirty="0"/>
              <a:t>function greet() {</a:t>
            </a:r>
          </a:p>
          <a:p>
            <a:r>
              <a:rPr lang="en-US" dirty="0"/>
              <a:t>  console.log("Hello!");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AED65D-ECF3-C78F-5111-C72965A4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Function declaration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BC0CD4-3572-9AED-C1BF-A8435758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>
                <a:latin typeface="Consolas"/>
              </a:defRPr>
            </a:pPr>
            <a:r>
              <a:rPr lang="en-US" sz="1800" dirty="0"/>
              <a:t>The most common way to define a function.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function greet(name) {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  console.log("Hello, " + name);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}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greet("Asha");</a:t>
            </a:r>
          </a:p>
          <a:p>
            <a:pPr lvl="1">
              <a:defRPr sz="1600">
                <a:latin typeface="Consolas"/>
              </a:defRPr>
            </a:pPr>
            <a:r>
              <a:rPr lang="en-US" sz="1800" dirty="0"/>
              <a:t>greet("Riya");</a:t>
            </a:r>
          </a:p>
          <a:p>
            <a:pPr>
              <a:defRPr sz="1600">
                <a:latin typeface="Consolas"/>
              </a:defRPr>
            </a:pPr>
            <a:endParaRPr lang="en-IN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6C4630-48F8-4B5B-2DC9-D8997A04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of a function declaration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B02EF1-75F0-D8CE-3F9A-0BC88E212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keyword</a:t>
            </a:r>
          </a:p>
          <a:p>
            <a:r>
              <a:rPr lang="en-US" dirty="0"/>
              <a:t>Function name</a:t>
            </a:r>
          </a:p>
          <a:p>
            <a:r>
              <a:rPr lang="en-US" dirty="0"/>
              <a:t>Parameters in parentheses</a:t>
            </a:r>
          </a:p>
          <a:p>
            <a:r>
              <a:rPr lang="en-US" dirty="0"/>
              <a:t>Body inside {}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68D70B-3F47-4324-4EDB-860D1090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Function call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7FAA0C-670E-F525-9ED2-F51495A26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run a function, you use its name followed by ().</a:t>
            </a:r>
          </a:p>
          <a:p>
            <a:pPr lvl="1"/>
            <a:r>
              <a:rPr lang="en-US" dirty="0"/>
              <a:t>function add(a, b) {</a:t>
            </a:r>
          </a:p>
          <a:p>
            <a:pPr lvl="1"/>
            <a:r>
              <a:rPr lang="en-US" dirty="0"/>
              <a:t>  return a + b;</a:t>
            </a:r>
          </a:p>
          <a:p>
            <a:pPr lvl="1"/>
            <a:r>
              <a:rPr lang="en-US" dirty="0"/>
              <a:t>}</a:t>
            </a:r>
          </a:p>
          <a:p>
            <a:pPr lvl="1"/>
            <a:r>
              <a:rPr lang="en-US" dirty="0"/>
              <a:t>let result = add(5, 3); // 8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822325-799C-1F27-D66F-7F30A745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Parameters and arguments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0EDE59-2B72-3FCA-8091-E0E51245D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Parameters are names in the function definition.</a:t>
            </a:r>
          </a:p>
          <a:p>
            <a:r>
              <a:rPr lang="en-US" dirty="0"/>
              <a:t>Arguments are actual values passed when calling the function.</a:t>
            </a:r>
          </a:p>
          <a:p>
            <a:pPr lvl="1"/>
            <a:r>
              <a:rPr lang="en-US" dirty="0"/>
              <a:t>function multiply(x, y) {</a:t>
            </a:r>
          </a:p>
          <a:p>
            <a:pPr lvl="1"/>
            <a:r>
              <a:rPr lang="en-US" dirty="0"/>
              <a:t>  return x * y;</a:t>
            </a:r>
          </a:p>
          <a:p>
            <a:pPr lvl="1"/>
            <a:r>
              <a:rPr lang="en-US" dirty="0"/>
              <a:t>} </a:t>
            </a:r>
          </a:p>
          <a:p>
            <a:pPr lvl="1"/>
            <a:r>
              <a:rPr lang="en-US" dirty="0"/>
              <a:t>let product = multiply(4, 5); // 20</a:t>
            </a:r>
          </a:p>
          <a:p>
            <a:r>
              <a:rPr lang="en-US" dirty="0"/>
              <a:t>Here x and y are parameters; 4 and 5 are arguments.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077D39-6F81-746E-F332-C45D8C3E6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Return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A4B9C5B-4BB4-4190-EB11-B21692F7D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Functions can return a value using return.</a:t>
            </a:r>
          </a:p>
          <a:p>
            <a:pPr lvl="1"/>
            <a:r>
              <a:rPr lang="en-US" dirty="0"/>
              <a:t>function square(n) {</a:t>
            </a:r>
          </a:p>
          <a:p>
            <a:pPr lvl="1"/>
            <a:r>
              <a:rPr lang="en-US" dirty="0"/>
              <a:t>  return n * n;</a:t>
            </a:r>
          </a:p>
          <a:p>
            <a:pPr lvl="1"/>
            <a:r>
              <a:rPr lang="en-US" dirty="0"/>
              <a:t>} </a:t>
            </a:r>
          </a:p>
          <a:p>
            <a:pPr lvl="1"/>
            <a:r>
              <a:rPr lang="en-US" dirty="0"/>
              <a:t>let s = square(6); // 36</a:t>
            </a:r>
          </a:p>
          <a:p>
            <a:r>
              <a:rPr lang="en-US" dirty="0"/>
              <a:t>If there is no return, the function returns undefined.</a:t>
            </a:r>
          </a:p>
          <a:p>
            <a:pPr lvl="1"/>
            <a:r>
              <a:rPr lang="en-US" dirty="0"/>
              <a:t>function </a:t>
            </a:r>
            <a:r>
              <a:rPr lang="en-US" dirty="0" err="1"/>
              <a:t>sayHi</a:t>
            </a:r>
            <a:r>
              <a:rPr lang="en-US" dirty="0"/>
              <a:t>() {</a:t>
            </a:r>
          </a:p>
          <a:p>
            <a:pPr lvl="1"/>
            <a:r>
              <a:rPr lang="en-US" dirty="0"/>
              <a:t>  console.log("Hi");</a:t>
            </a:r>
          </a:p>
          <a:p>
            <a:pPr lvl="1"/>
            <a:r>
              <a:rPr lang="en-US" dirty="0"/>
              <a:t>}</a:t>
            </a:r>
          </a:p>
          <a:p>
            <a:pPr lvl="1"/>
            <a:r>
              <a:rPr lang="en-US" dirty="0"/>
              <a:t>let value = </a:t>
            </a:r>
            <a:r>
              <a:rPr lang="en-US" dirty="0" err="1"/>
              <a:t>sayHi</a:t>
            </a:r>
            <a:r>
              <a:rPr lang="en-US" dirty="0"/>
              <a:t>(); // value is undefined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949CF1-E085-B369-DE3D-3A31888B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Function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B74B00-4A0A-E2DE-FBD6-A0612C28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can be stored in a variable.</a:t>
            </a:r>
          </a:p>
          <a:p>
            <a:pPr lvl="1"/>
            <a:r>
              <a:rPr lang="en-US" dirty="0"/>
              <a:t>const greet = function(name) {</a:t>
            </a:r>
          </a:p>
          <a:p>
            <a:pPr lvl="1"/>
            <a:r>
              <a:rPr lang="en-US" dirty="0"/>
              <a:t>  return "Hello, " + name;</a:t>
            </a:r>
          </a:p>
          <a:p>
            <a:pPr lvl="1"/>
            <a:r>
              <a:rPr lang="en-US" dirty="0"/>
              <a:t>};</a:t>
            </a:r>
          </a:p>
          <a:p>
            <a:pPr lvl="1"/>
            <a:r>
              <a:rPr lang="en-US" dirty="0"/>
              <a:t>console.log(greet("Asha"));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A70C-03A7-5C7A-9628-7896359B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39ABC4-5B3A-3EA8-6013-39C69717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Function expression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826AD6-A847-2686-A35E-9FE4E6E93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Differences from declaration:</a:t>
            </a:r>
          </a:p>
          <a:p>
            <a:pPr lvl="1"/>
            <a:r>
              <a:rPr lang="en-US" dirty="0"/>
              <a:t>Expression is not hoisted in the same way.</a:t>
            </a:r>
          </a:p>
          <a:p>
            <a:pPr lvl="1"/>
            <a:r>
              <a:rPr lang="en-US" dirty="0"/>
              <a:t>Often used when passing functions as values.</a:t>
            </a:r>
          </a:p>
        </p:txBody>
      </p:sp>
    </p:spTree>
    <p:extLst>
      <p:ext uri="{BB962C8B-B14F-4D97-AF65-F5344CB8AC3E}">
        <p14:creationId xmlns:p14="http://schemas.microsoft.com/office/powerpoint/2010/main" val="366147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8F46DC-EA35-3B15-E9CC-61ACD534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Arrow functions*****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6BD30E-72CF-0C75-A7A5-C120FABAA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shorter syntax for writing functions.</a:t>
            </a:r>
          </a:p>
          <a:p>
            <a:pPr lvl="1"/>
            <a:r>
              <a:rPr lang="en-US" dirty="0"/>
              <a:t>const add = (a, b) =&gt; {</a:t>
            </a:r>
          </a:p>
          <a:p>
            <a:pPr lvl="1"/>
            <a:r>
              <a:rPr lang="en-US" dirty="0"/>
              <a:t>  return a + b;</a:t>
            </a:r>
          </a:p>
          <a:p>
            <a:pPr lvl="1"/>
            <a:r>
              <a:rPr lang="en-US" dirty="0"/>
              <a:t>};</a:t>
            </a:r>
          </a:p>
          <a:p>
            <a:r>
              <a:rPr lang="en-US" dirty="0"/>
              <a:t>If the function has a single expression, you can omit {} and return.</a:t>
            </a:r>
          </a:p>
          <a:p>
            <a:pPr lvl="1"/>
            <a:r>
              <a:rPr lang="en-US" dirty="0"/>
              <a:t>const add = (a, b) =&gt; a + b;</a:t>
            </a:r>
          </a:p>
          <a:p>
            <a:r>
              <a:rPr lang="en-US" dirty="0"/>
              <a:t>If there is only one parameter, you can omit `()`.</a:t>
            </a:r>
          </a:p>
          <a:p>
            <a:pPr lvl="1"/>
            <a:r>
              <a:rPr lang="en-US" dirty="0"/>
              <a:t>const double = n =&gt; n * 2;</a:t>
            </a:r>
          </a:p>
          <a:p>
            <a:r>
              <a:rPr lang="en-US" dirty="0"/>
              <a:t>Arrow functions do not have their own `this` (important in advanced JavaScript).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Default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set default values for parameters.</a:t>
            </a:r>
          </a:p>
          <a:p>
            <a:pPr lvl="1">
              <a:defRPr sz="1600"/>
            </a:pPr>
            <a:r>
              <a:rPr dirty="0"/>
              <a:t>function greet(name = "Guest") {</a:t>
            </a:r>
          </a:p>
          <a:p>
            <a:pPr lvl="1">
              <a:defRPr sz="1600"/>
            </a:pPr>
            <a:r>
              <a:rPr dirty="0"/>
              <a:t>  return "Hello, " + name;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console.log(greet());        // Hello, Guest</a:t>
            </a:r>
          </a:p>
          <a:p>
            <a:pPr lvl="1">
              <a:defRPr sz="1600"/>
            </a:pPr>
            <a:r>
              <a:rPr dirty="0"/>
              <a:t>console.log(greet("Asha"));  // Hello, Asha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Rest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600"/>
            </a:pPr>
            <a:r>
              <a:rPr dirty="0"/>
              <a:t>Used to collect multiple arguments into an array.</a:t>
            </a:r>
          </a:p>
          <a:p>
            <a:pPr lvl="1">
              <a:defRPr sz="1600"/>
            </a:pPr>
            <a:r>
              <a:rPr dirty="0"/>
              <a:t>function sum(...numbers) {</a:t>
            </a:r>
          </a:p>
          <a:p>
            <a:pPr lvl="1">
              <a:defRPr sz="1600"/>
            </a:pPr>
            <a:r>
              <a:rPr dirty="0"/>
              <a:t>  let total = 0;</a:t>
            </a:r>
          </a:p>
          <a:p>
            <a:pPr lvl="1">
              <a:defRPr sz="1600"/>
            </a:pPr>
            <a:r>
              <a:rPr dirty="0"/>
              <a:t>  for (let n of numbers) {</a:t>
            </a:r>
          </a:p>
          <a:p>
            <a:pPr lvl="1">
              <a:defRPr sz="1600"/>
            </a:pPr>
            <a:r>
              <a:rPr dirty="0"/>
              <a:t>    total += n;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  return total;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console.log(sum(1, 2, 3));     // 6</a:t>
            </a:r>
          </a:p>
          <a:p>
            <a:pPr lvl="1">
              <a:defRPr sz="1600"/>
            </a:pPr>
            <a:r>
              <a:rPr dirty="0"/>
              <a:t>console.log(sum(10, 20, 30));  // 60</a:t>
            </a:r>
          </a:p>
          <a:p>
            <a:pPr>
              <a:defRPr sz="1600"/>
            </a:pPr>
            <a:r>
              <a:rPr dirty="0"/>
              <a:t>Only one rest parameter is allowed, and it must be last.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132" y="94710"/>
            <a:ext cx="9878108" cy="1325563"/>
          </a:xfrm>
        </p:spPr>
        <p:txBody>
          <a:bodyPr>
            <a:normAutofit/>
          </a:bodyPr>
          <a:lstStyle/>
          <a:p>
            <a:r>
              <a:rPr sz="4000" dirty="0"/>
              <a:t>10. </a:t>
            </a:r>
            <a:r>
              <a:rPr sz="4000" dirty="0" err="1"/>
              <a:t>IIFE</a:t>
            </a:r>
            <a:r>
              <a:rPr sz="4000" dirty="0"/>
              <a:t> (Immediately Invoked Function Expression)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that runs immediately after it is defined.</a:t>
            </a:r>
          </a:p>
          <a:p>
            <a:pPr lvl="1">
              <a:defRPr sz="1600"/>
            </a:pPr>
            <a:r>
              <a:rPr dirty="0"/>
              <a:t>(function() {</a:t>
            </a:r>
          </a:p>
          <a:p>
            <a:pPr lvl="1">
              <a:defRPr sz="1600"/>
            </a:pPr>
            <a:r>
              <a:rPr dirty="0"/>
              <a:t>  console.log("This runs at once");</a:t>
            </a:r>
          </a:p>
          <a:p>
            <a:pPr lvl="1">
              <a:defRPr sz="1600"/>
            </a:pPr>
            <a:r>
              <a:rPr dirty="0"/>
              <a:t>})();</a:t>
            </a:r>
          </a:p>
          <a:p>
            <a:pPr>
              <a:defRPr sz="1600"/>
            </a:pPr>
            <a:r>
              <a:rPr dirty="0"/>
              <a:t>Useful for creating a private scope.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Function hoisting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600"/>
            </a:pPr>
            <a:r>
              <a:rPr dirty="0"/>
              <a:t>Function declarations are hoisted, so you can call them before they appear in the code.</a:t>
            </a:r>
          </a:p>
          <a:p>
            <a:pPr lvl="1">
              <a:defRPr sz="1600"/>
            </a:pPr>
            <a:r>
              <a:rPr dirty="0"/>
              <a:t>console.log(add(2, 3)); // works</a:t>
            </a:r>
          </a:p>
          <a:p>
            <a:pPr lvl="1">
              <a:defRPr sz="1600"/>
            </a:pPr>
            <a:r>
              <a:rPr dirty="0"/>
              <a:t>function add(a, b) {</a:t>
            </a:r>
          </a:p>
          <a:p>
            <a:pPr lvl="1">
              <a:defRPr sz="1600"/>
            </a:pPr>
            <a:r>
              <a:rPr dirty="0"/>
              <a:t>  return a + b;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Function expressions are not hoisted in the same way.</a:t>
            </a:r>
          </a:p>
          <a:p>
            <a:pPr lvl="1">
              <a:defRPr sz="1600"/>
            </a:pPr>
            <a:r>
              <a:rPr dirty="0"/>
              <a:t>console.log(sub(5, 2)); // error</a:t>
            </a:r>
          </a:p>
          <a:p>
            <a:pPr lvl="1">
              <a:defRPr sz="1600"/>
            </a:pPr>
            <a:r>
              <a:rPr dirty="0"/>
              <a:t>const sub = function(a, b) {</a:t>
            </a:r>
          </a:p>
          <a:p>
            <a:pPr lvl="1">
              <a:defRPr sz="1600"/>
            </a:pPr>
            <a:r>
              <a:rPr dirty="0"/>
              <a:t>  return a - b;</a:t>
            </a:r>
          </a:p>
          <a:p>
            <a:pPr lvl="1">
              <a:defRPr sz="1600"/>
            </a:pPr>
            <a:r>
              <a:rPr dirty="0"/>
              <a:t>};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Higher-order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A function that takes another function as an argument or returns a function.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runTwice</a:t>
            </a:r>
            <a:r>
              <a:rPr dirty="0"/>
              <a:t>(</a:t>
            </a:r>
            <a:r>
              <a:rPr dirty="0" err="1"/>
              <a:t>fn</a:t>
            </a:r>
            <a:r>
              <a:rPr dirty="0"/>
              <a:t>) {</a:t>
            </a:r>
          </a:p>
          <a:p>
            <a:pPr lvl="1">
              <a:defRPr sz="1600"/>
            </a:pPr>
            <a:r>
              <a:rPr dirty="0"/>
              <a:t>  </a:t>
            </a:r>
            <a:r>
              <a:rPr dirty="0" err="1"/>
              <a:t>fn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  </a:t>
            </a:r>
            <a:r>
              <a:rPr dirty="0" err="1"/>
              <a:t>fn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runTwice</a:t>
            </a:r>
            <a:r>
              <a:rPr dirty="0"/>
              <a:t>(function() {</a:t>
            </a:r>
          </a:p>
          <a:p>
            <a:pPr lvl="1">
              <a:defRPr sz="1600"/>
            </a:pPr>
            <a:r>
              <a:rPr dirty="0"/>
              <a:t>  console.log("Hello");</a:t>
            </a:r>
          </a:p>
          <a:p>
            <a:pPr lvl="1">
              <a:defRPr sz="1600"/>
            </a:pPr>
            <a:r>
              <a:rPr dirty="0"/>
              <a:t>});</a:t>
            </a:r>
          </a:p>
          <a:p>
            <a:pPr>
              <a:defRPr sz="1600"/>
            </a:pPr>
            <a:r>
              <a:rPr dirty="0"/>
              <a:t>Many array methods (`map`, `filter`, `reduce`) are higher-order functions.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Callback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A function passed into another function and executed later.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fetchData</a:t>
            </a:r>
            <a:r>
              <a:rPr dirty="0"/>
              <a:t>(callback) {</a:t>
            </a:r>
          </a:p>
          <a:p>
            <a:pPr lvl="1">
              <a:defRPr sz="1600"/>
            </a:pPr>
            <a:r>
              <a:rPr dirty="0"/>
              <a:t>  let data = "Some data";</a:t>
            </a:r>
          </a:p>
          <a:p>
            <a:pPr lvl="1">
              <a:defRPr sz="1600"/>
            </a:pPr>
            <a:r>
              <a:rPr dirty="0"/>
              <a:t>  callback(data);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fetchData</a:t>
            </a:r>
            <a:r>
              <a:rPr dirty="0"/>
              <a:t>(function(data) {</a:t>
            </a:r>
          </a:p>
          <a:p>
            <a:pPr lvl="1">
              <a:defRPr sz="1600"/>
            </a:pPr>
            <a:r>
              <a:rPr dirty="0"/>
              <a:t>  console.log("Received:", data);</a:t>
            </a:r>
          </a:p>
          <a:p>
            <a:pPr lvl="1">
              <a:defRPr sz="1600"/>
            </a:pP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Functions returning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Functions can return other functions.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createMultiplier</a:t>
            </a:r>
            <a:r>
              <a:rPr dirty="0"/>
              <a:t>(n) {</a:t>
            </a:r>
          </a:p>
          <a:p>
            <a:pPr lvl="1">
              <a:defRPr sz="1600"/>
            </a:pPr>
            <a:r>
              <a:rPr dirty="0"/>
              <a:t>  return function(x) {</a:t>
            </a:r>
          </a:p>
          <a:p>
            <a:pPr lvl="1">
              <a:defRPr sz="1600"/>
            </a:pPr>
            <a:r>
              <a:rPr dirty="0"/>
              <a:t>    return x * n;</a:t>
            </a:r>
          </a:p>
          <a:p>
            <a:pPr lvl="1">
              <a:defRPr sz="1600"/>
            </a:pPr>
            <a:r>
              <a:rPr dirty="0"/>
              <a:t>  };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const double = </a:t>
            </a:r>
            <a:r>
              <a:rPr dirty="0" err="1"/>
              <a:t>createMultiplier</a:t>
            </a:r>
            <a:r>
              <a:rPr dirty="0"/>
              <a:t>(2);</a:t>
            </a:r>
          </a:p>
          <a:p>
            <a:pPr lvl="1">
              <a:defRPr sz="1600"/>
            </a:pPr>
            <a:r>
              <a:rPr dirty="0"/>
              <a:t>console.log(double(5)); // 10</a:t>
            </a:r>
          </a:p>
          <a:p>
            <a:pPr>
              <a:defRPr sz="1600"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`this` 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Inside a regular function, `this` refers to the object that called the function.</a:t>
            </a:r>
          </a:p>
          <a:p>
            <a:pPr lvl="1">
              <a:defRPr sz="1600"/>
            </a:pPr>
            <a:r>
              <a:rPr dirty="0"/>
              <a:t>const person = {</a:t>
            </a:r>
          </a:p>
          <a:p>
            <a:pPr lvl="1">
              <a:defRPr sz="1600"/>
            </a:pPr>
            <a:r>
              <a:rPr dirty="0"/>
              <a:t>  name: "Asha",</a:t>
            </a:r>
          </a:p>
          <a:p>
            <a:pPr lvl="1">
              <a:defRPr sz="1600"/>
            </a:pPr>
            <a:r>
              <a:rPr dirty="0"/>
              <a:t>  greet() {</a:t>
            </a:r>
          </a:p>
          <a:p>
            <a:pPr lvl="1">
              <a:defRPr sz="1600"/>
            </a:pPr>
            <a:r>
              <a:rPr dirty="0"/>
              <a:t>    console.log("Hello, " + this.name);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 lvl="1">
              <a:defRPr sz="1600"/>
            </a:pPr>
            <a:r>
              <a:rPr dirty="0" err="1"/>
              <a:t>person.greet</a:t>
            </a:r>
            <a:r>
              <a:rPr dirty="0"/>
              <a:t>(); // Hello, Asha</a:t>
            </a:r>
          </a:p>
          <a:p>
            <a:pPr>
              <a:defRPr sz="1600"/>
            </a:pPr>
            <a:r>
              <a:rPr dirty="0"/>
              <a:t>In arrow functions, `this` is taken from the surrounding context (important in advanced cases).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Pure vs impure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Pure function</a:t>
            </a:r>
            <a:r>
              <a:rPr lang="en-US" dirty="0"/>
              <a:t>:</a:t>
            </a:r>
            <a:endParaRPr dirty="0"/>
          </a:p>
          <a:p>
            <a:pPr>
              <a:defRPr sz="1600"/>
            </a:pPr>
            <a:r>
              <a:rPr dirty="0"/>
              <a:t>- Same input always gives same output.</a:t>
            </a:r>
          </a:p>
          <a:p>
            <a:pPr>
              <a:defRPr sz="1600"/>
            </a:pPr>
            <a:r>
              <a:rPr dirty="0"/>
              <a:t>- No side effects.</a:t>
            </a:r>
            <a:r>
              <a:rPr lang="en-US" dirty="0"/>
              <a:t> (</a:t>
            </a:r>
            <a:r>
              <a:rPr lang="en-IN" dirty="0"/>
              <a:t>I/O operations, User interface changes etc.)</a:t>
            </a:r>
            <a:endParaRPr dirty="0"/>
          </a:p>
          <a:p>
            <a:pPr lvl="1">
              <a:defRPr sz="1600"/>
            </a:pPr>
            <a:r>
              <a:rPr dirty="0"/>
              <a:t>function add(a, b) {</a:t>
            </a:r>
          </a:p>
          <a:p>
            <a:pPr lvl="1">
              <a:defRPr sz="1600"/>
            </a:pPr>
            <a:r>
              <a:rPr dirty="0"/>
              <a:t>  return a + b;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DF5D-196B-9B91-61CD-FC2F7C96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4B32-B354-E181-0314-4FCE182B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16. Pure vs impure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DA60E-E8D9-61E6-F321-AB8F562A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2100" dirty="0"/>
              <a:t>Impure function</a:t>
            </a:r>
            <a:r>
              <a:rPr lang="en-US" sz="2100" dirty="0"/>
              <a:t>:</a:t>
            </a:r>
            <a:endParaRPr sz="2100" dirty="0"/>
          </a:p>
          <a:p>
            <a:pPr>
              <a:defRPr sz="1600"/>
            </a:pPr>
            <a:r>
              <a:rPr dirty="0"/>
              <a:t>- May change external state or depend on it.</a:t>
            </a:r>
          </a:p>
          <a:p>
            <a:pPr lvl="1">
              <a:defRPr sz="1600"/>
            </a:pPr>
            <a:r>
              <a:rPr dirty="0"/>
              <a:t>let counter = 0;</a:t>
            </a:r>
          </a:p>
          <a:p>
            <a:pPr lvl="1">
              <a:defRPr sz="1600"/>
            </a:pPr>
            <a:r>
              <a:rPr dirty="0"/>
              <a:t>function increment() {</a:t>
            </a:r>
          </a:p>
          <a:p>
            <a:pPr lvl="1">
              <a:defRPr sz="1600"/>
            </a:pPr>
            <a:r>
              <a:rPr dirty="0"/>
              <a:t>  counter++;</a:t>
            </a:r>
          </a:p>
          <a:p>
            <a:pPr lvl="1">
              <a:defRPr sz="1600"/>
            </a:pPr>
            <a:r>
              <a:rPr dirty="0"/>
              <a:t>  return counter;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1688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Function arguments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access the number of arguments passed using `arguments` (in regular functions).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showArgs</a:t>
            </a:r>
            <a:r>
              <a:rPr dirty="0"/>
              <a:t>() {</a:t>
            </a:r>
          </a:p>
          <a:p>
            <a:pPr lvl="1">
              <a:defRPr sz="1600"/>
            </a:pPr>
            <a:r>
              <a:rPr dirty="0"/>
              <a:t>  console.log(</a:t>
            </a:r>
            <a:r>
              <a:rPr dirty="0" err="1"/>
              <a:t>arguments.length</a:t>
            </a:r>
            <a:r>
              <a:rPr dirty="0"/>
              <a:t>);</a:t>
            </a:r>
          </a:p>
          <a:p>
            <a:pPr lvl="1">
              <a:defRPr sz="1600"/>
            </a:pPr>
            <a:r>
              <a:rPr dirty="0"/>
              <a:t>  console.log(arguments[0]);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 err="1"/>
              <a:t>showArgs</a:t>
            </a:r>
            <a:r>
              <a:rPr dirty="0"/>
              <a:t>(1, 2, 3);</a:t>
            </a:r>
          </a:p>
          <a:p>
            <a:pPr>
              <a:defRPr sz="1600"/>
            </a:pPr>
            <a:r>
              <a:rPr dirty="0"/>
              <a:t>Note: Arrow functions do not have `arguments`.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Recursion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that calls itself.</a:t>
            </a:r>
          </a:p>
          <a:p>
            <a:pPr lvl="1">
              <a:defRPr sz="1600"/>
            </a:pPr>
            <a:r>
              <a:rPr dirty="0"/>
              <a:t>function factorial(n) {</a:t>
            </a:r>
          </a:p>
          <a:p>
            <a:pPr lvl="1">
              <a:defRPr sz="1600"/>
            </a:pPr>
            <a:r>
              <a:rPr dirty="0"/>
              <a:t>  if (n === 1) return 1;</a:t>
            </a:r>
          </a:p>
          <a:p>
            <a:pPr lvl="1">
              <a:defRPr sz="1600"/>
            </a:pPr>
            <a:r>
              <a:rPr dirty="0"/>
              <a:t>  return n * factorial(n - 1);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console.log(factorial(5)); // 120</a:t>
            </a:r>
          </a:p>
          <a:p>
            <a:pPr>
              <a:defRPr sz="1600"/>
            </a:pPr>
            <a:r>
              <a:rPr dirty="0"/>
              <a:t>Useful for problems that can be broken into smaller versions of themselves.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Scope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Variables declared inside a function are **function-scoped** (or block-scoped if using `let` / `const`).</a:t>
            </a:r>
          </a:p>
          <a:p>
            <a:pPr lvl="1">
              <a:defRPr sz="1600"/>
            </a:pPr>
            <a:r>
              <a:rPr dirty="0"/>
              <a:t>function test() {</a:t>
            </a:r>
          </a:p>
          <a:p>
            <a:pPr lvl="1">
              <a:defRPr sz="1600"/>
            </a:pPr>
            <a:r>
              <a:rPr dirty="0"/>
              <a:t>  let x = 10;</a:t>
            </a:r>
          </a:p>
          <a:p>
            <a:pPr lvl="1">
              <a:defRPr sz="1600"/>
            </a:pPr>
            <a:r>
              <a:rPr dirty="0"/>
              <a:t>  console.log(x); // works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console.log(x); // error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1600"/>
            </a:pPr>
            <a:r>
              <a:rPr dirty="0"/>
              <a:t>#Utility function</a:t>
            </a:r>
          </a:p>
          <a:p>
            <a:pPr lvl="1">
              <a:defRPr sz="1600"/>
            </a:pPr>
            <a:r>
              <a:rPr dirty="0"/>
              <a:t>function </a:t>
            </a:r>
            <a:r>
              <a:rPr dirty="0" err="1"/>
              <a:t>formatCurrency</a:t>
            </a:r>
            <a:r>
              <a:rPr dirty="0"/>
              <a:t>(amount) {</a:t>
            </a:r>
          </a:p>
          <a:p>
            <a:pPr lvl="1">
              <a:defRPr sz="1600"/>
            </a:pPr>
            <a:r>
              <a:rPr dirty="0"/>
              <a:t>  return "$" + </a:t>
            </a:r>
            <a:r>
              <a:rPr dirty="0" err="1"/>
              <a:t>amount.toFixed</a:t>
            </a:r>
            <a:r>
              <a:rPr dirty="0"/>
              <a:t>(2);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#Event handler</a:t>
            </a:r>
          </a:p>
          <a:p>
            <a:pPr lvl="1">
              <a:defRPr sz="1600"/>
            </a:pPr>
            <a:r>
              <a:rPr dirty="0" err="1"/>
              <a:t>button.addEventListener</a:t>
            </a:r>
            <a:r>
              <a:rPr dirty="0"/>
              <a:t>("click", function() {</a:t>
            </a:r>
          </a:p>
          <a:p>
            <a:pPr lvl="1">
              <a:defRPr sz="1600"/>
            </a:pPr>
            <a:r>
              <a:rPr dirty="0"/>
              <a:t>  console.log("Clicked");</a:t>
            </a:r>
          </a:p>
          <a:p>
            <a:pPr lvl="1">
              <a:defRPr sz="1600"/>
            </a:pPr>
            <a:r>
              <a:rPr dirty="0"/>
              <a:t>});</a:t>
            </a:r>
          </a:p>
          <a:p>
            <a:pPr>
              <a:defRPr sz="1600"/>
            </a:pPr>
            <a:r>
              <a:rPr dirty="0"/>
              <a:t>#Async function (with `async` / `await`)</a:t>
            </a:r>
          </a:p>
          <a:p>
            <a:pPr lvl="1">
              <a:defRPr sz="1600"/>
            </a:pPr>
            <a:r>
              <a:rPr dirty="0"/>
              <a:t>async function </a:t>
            </a:r>
            <a:r>
              <a:rPr dirty="0" err="1"/>
              <a:t>fetchData</a:t>
            </a:r>
            <a:r>
              <a:rPr dirty="0"/>
              <a:t>() {</a:t>
            </a:r>
          </a:p>
          <a:p>
            <a:pPr lvl="1">
              <a:defRPr sz="1600"/>
            </a:pPr>
            <a:r>
              <a:rPr dirty="0"/>
              <a:t>  let response = await fetch("https://api.example.com/data");</a:t>
            </a:r>
          </a:p>
          <a:p>
            <a:pPr lvl="1">
              <a:defRPr sz="1600"/>
            </a:pPr>
            <a:r>
              <a:rPr dirty="0"/>
              <a:t>  let data = await </a:t>
            </a:r>
            <a:r>
              <a:rPr dirty="0" err="1"/>
              <a:t>response.json</a:t>
            </a:r>
            <a:r>
              <a:rPr dirty="0"/>
              <a:t>();</a:t>
            </a:r>
          </a:p>
          <a:p>
            <a:pPr lvl="1">
              <a:defRPr sz="1600"/>
            </a:pPr>
            <a:r>
              <a:rPr dirty="0"/>
              <a:t>  return data;</a:t>
            </a:r>
          </a:p>
          <a:p>
            <a:pPr lvl="1">
              <a:defRPr sz="1600"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Named vs anonymous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#Named function</a:t>
            </a:r>
          </a:p>
          <a:p>
            <a:pPr lvl="1">
              <a:defRPr sz="1600"/>
            </a:pPr>
            <a:r>
              <a:rPr dirty="0"/>
              <a:t>function greet() {</a:t>
            </a:r>
          </a:p>
          <a:p>
            <a:pPr lvl="1">
              <a:defRPr sz="1600"/>
            </a:pPr>
            <a:r>
              <a:rPr dirty="0"/>
              <a:t>  console.log("Hello");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>
              <a:defRPr sz="1600"/>
            </a:pPr>
            <a:r>
              <a:rPr dirty="0"/>
              <a:t>#Anonymous function</a:t>
            </a:r>
          </a:p>
          <a:p>
            <a:pPr lvl="1">
              <a:defRPr sz="1600"/>
            </a:pPr>
            <a:r>
              <a:rPr dirty="0"/>
              <a:t>const greet = function() {</a:t>
            </a:r>
          </a:p>
          <a:p>
            <a:pPr lvl="1">
              <a:defRPr sz="1600"/>
            </a:pPr>
            <a:r>
              <a:rPr dirty="0"/>
              <a:t>  console.log("Hello");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>
              <a:defRPr sz="1600"/>
            </a:pPr>
            <a:r>
              <a:rPr dirty="0"/>
              <a:t>Named functions are easier to debug because the name appears in stack traces.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A function stored as an object property is called a **method**.</a:t>
            </a:r>
          </a:p>
          <a:p>
            <a:pPr lvl="1">
              <a:defRPr sz="1600"/>
            </a:pPr>
            <a:r>
              <a:rPr dirty="0"/>
              <a:t>const calculator = {</a:t>
            </a:r>
          </a:p>
          <a:p>
            <a:pPr lvl="1">
              <a:defRPr sz="1600"/>
            </a:pPr>
            <a:r>
              <a:rPr dirty="0"/>
              <a:t>  add(a, b) {</a:t>
            </a:r>
          </a:p>
          <a:p>
            <a:pPr lvl="1">
              <a:defRPr sz="1600"/>
            </a:pPr>
            <a:r>
              <a:rPr dirty="0"/>
              <a:t>    return a + b;</a:t>
            </a:r>
          </a:p>
          <a:p>
            <a:pPr lvl="1">
              <a:defRPr sz="1600"/>
            </a:pPr>
            <a:r>
              <a:rPr dirty="0"/>
              <a:t>  }</a:t>
            </a:r>
          </a:p>
          <a:p>
            <a:pPr lvl="1">
              <a:defRPr sz="1600"/>
            </a:pPr>
            <a:r>
              <a:rPr dirty="0"/>
              <a:t>};</a:t>
            </a:r>
          </a:p>
          <a:p>
            <a:pPr lvl="1">
              <a:defRPr sz="1600"/>
            </a:pPr>
            <a:r>
              <a:rPr dirty="0"/>
              <a:t>console.log(</a:t>
            </a:r>
            <a:r>
              <a:rPr dirty="0" err="1"/>
              <a:t>calculator.add</a:t>
            </a:r>
            <a:r>
              <a:rPr dirty="0"/>
              <a:t>(2, 3));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Spread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You can use the spread operator to pass array elements as arguments.</a:t>
            </a:r>
          </a:p>
          <a:p>
            <a:pPr lvl="1">
              <a:defRPr sz="1600"/>
            </a:pPr>
            <a:r>
              <a:rPr dirty="0"/>
              <a:t>function sum(a, b, c) {</a:t>
            </a:r>
          </a:p>
          <a:p>
            <a:pPr lvl="1">
              <a:defRPr sz="1600"/>
            </a:pPr>
            <a:r>
              <a:rPr dirty="0"/>
              <a:t>  return a + b + c;</a:t>
            </a:r>
          </a:p>
          <a:p>
            <a:pPr lvl="1">
              <a:defRPr sz="1600"/>
            </a:pPr>
            <a:r>
              <a:rPr dirty="0"/>
              <a:t>}</a:t>
            </a:r>
          </a:p>
          <a:p>
            <a:pPr lvl="1">
              <a:defRPr sz="1600"/>
            </a:pPr>
            <a:r>
              <a:rPr dirty="0"/>
              <a:t>let numbers = [1, 2, 3];</a:t>
            </a:r>
          </a:p>
          <a:p>
            <a:pPr lvl="1">
              <a:defRPr sz="1600"/>
            </a:pPr>
            <a:r>
              <a:rPr dirty="0"/>
              <a:t>console.log(sum(...numbers)); //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rPr dirty="0"/>
              <a:t>Functions are reusable blocks of code.</a:t>
            </a:r>
          </a:p>
          <a:p>
            <a:pPr>
              <a:defRPr sz="1600"/>
            </a:pPr>
            <a:r>
              <a:rPr dirty="0"/>
              <a:t>They can take parameters and return values.</a:t>
            </a:r>
          </a:p>
          <a:p>
            <a:pPr>
              <a:defRPr sz="1600"/>
            </a:pPr>
            <a:r>
              <a:rPr dirty="0"/>
              <a:t>Types: declaration, expression, arrow, </a:t>
            </a:r>
            <a:r>
              <a:rPr dirty="0" err="1"/>
              <a:t>IIFE</a:t>
            </a:r>
            <a:r>
              <a:rPr dirty="0"/>
              <a:t>, higher-order, callback, recursive.</a:t>
            </a:r>
          </a:p>
          <a:p>
            <a:pPr>
              <a:defRPr sz="1600"/>
            </a:pPr>
            <a:r>
              <a:rPr dirty="0"/>
              <a:t>Features: default parameters, rest parameters, spread, `this`, scope, hoisting.</a:t>
            </a:r>
          </a:p>
          <a:p>
            <a:pPr>
              <a:defRPr sz="1600"/>
            </a:pPr>
            <a:r>
              <a:rPr dirty="0"/>
              <a:t>Used in almost every part of JavaScript, from simple utilities to complex applications.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9D7B-4C88-5C8E-82ED-F82188272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3088" indent="0" algn="ctr">
              <a:buNone/>
            </a:pPr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85277062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</TotalTime>
  <Words>1505</Words>
  <Application>Microsoft Office PowerPoint</Application>
  <PresentationFormat>Widescreen</PresentationFormat>
  <Paragraphs>225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IBM Plex Sans</vt:lpstr>
      <vt:lpstr>Quicksand</vt:lpstr>
      <vt:lpstr>ABC Final Theme</vt:lpstr>
      <vt:lpstr>JavaScript Functions</vt:lpstr>
      <vt:lpstr>1. What is a function?</vt:lpstr>
      <vt:lpstr>2. Function declaration</vt:lpstr>
      <vt:lpstr>Parts of a function declaration</vt:lpstr>
      <vt:lpstr>3. Function call</vt:lpstr>
      <vt:lpstr>4. Parameters and arguments</vt:lpstr>
      <vt:lpstr>5. Return statement</vt:lpstr>
      <vt:lpstr>6. Function expression</vt:lpstr>
      <vt:lpstr>6. Function expression</vt:lpstr>
      <vt:lpstr>7. Arrow functions*****</vt:lpstr>
      <vt:lpstr>8. Default parameters</vt:lpstr>
      <vt:lpstr>9. Rest parameters</vt:lpstr>
      <vt:lpstr>10. IIFE (Immediately Invoked Function Expression)</vt:lpstr>
      <vt:lpstr>11. Function hoisting</vt:lpstr>
      <vt:lpstr>12. Higher-order functions</vt:lpstr>
      <vt:lpstr>13. Callback functions</vt:lpstr>
      <vt:lpstr>14. Functions returning functions</vt:lpstr>
      <vt:lpstr>15. `this` in functions</vt:lpstr>
      <vt:lpstr>16. Pure vs impure functions</vt:lpstr>
      <vt:lpstr>16. Pure vs impure functions</vt:lpstr>
      <vt:lpstr>17. Function arguments length</vt:lpstr>
      <vt:lpstr>18. Recursion</vt:lpstr>
      <vt:lpstr>19. Scope and functions</vt:lpstr>
      <vt:lpstr>20. Common patterns</vt:lpstr>
      <vt:lpstr>21. Named vs anonymous functions</vt:lpstr>
      <vt:lpstr>22. Methods</vt:lpstr>
      <vt:lpstr>23. Spread with functions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Rakesh Kr</cp:lastModifiedBy>
  <cp:revision>21</cp:revision>
  <dcterms:created xsi:type="dcterms:W3CDTF">2013-01-27T09:14:16Z</dcterms:created>
  <dcterms:modified xsi:type="dcterms:W3CDTF">2026-07-23T05:49:33Z</dcterms:modified>
  <cp:category/>
</cp:coreProperties>
</file>